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tiempo cuenta. Una idea simple: el tiempo que las personas pasan en centros de cuidado puede convertirse en tiempo de vida. Hoy os cuento cómo.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Pensad en alguien ingresado, o en una residencia, o acompañando a un familiar. Se pasan horas larguísimas. Ese tiempo pesa, para quien lo vive y para quien acompaña. Pero no tiene por qué ser tiempo perdido.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de fondo no es inventar la cultura en los centros. Es que sabemos que funciona: una actividad rompe la rutina, acompaña, devuelve dignidad al tiempo. La pregunta es cómo lograr que ocurra de verdad, y a menudo.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problema real. No falta gente con ganas: faltan las tuberías. Coordinar disponibilidad, propuestas, permisos y una comunicación segura es un lío, y en un entorno de salud hay datos delicados de por medio. Sin algo que lo ordene, la buena voluntad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tiempo cuenta es la herramienta que faltaba. Conecta a los centros de cuidado con artistas dispuestos a aportar, y lo hace de forma simple y segura, pensada para cómo funciona de verdad un hospital o una residencia.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pasos, en lenguaje de calle. El centro dice: tengo esta tarde libre. Varios artistas ofrecen actividades. El centro elige la que mejor encaja con sus personas, no la primera que llegó. Y esa actividad se convierte en un evento real que las familias pueden ver. Así de simple por 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Ayuda a tres grupos a la vez: a las personas, que reciben un rato de vida; a las familias, que ven que a su gente la acompañan; y a los artistas, que encuentran dónde aportar. Y no es solo para hospitales: sirve para seis tipos de centro de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cosas lo hacen distinto. Primero, el centro elige: no premia a quien llega antes, sino a lo que mejor encaja con sus personas. Segundo, respeta la privacidad y la dignidad, algo básico en salud. Y tercero, no busca lucro: busca bienestar.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lo más importante: esto no es una maqueta ni un powerpoint. Es una plataforma real, funcionando hoy, lista para llevar más vida a más centros. Porque al final la idea cabe en una frase: convertir tiempo de espera en tiempo de vida, a escala.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457200" cy="457200"/>
          </a:xfrm>
          <a:prstGeom prst="heart">
            <a:avLst/>
          </a:prstGeom>
          <a:solidFill>
            <a:srgbClr val="DE8C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0574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tiempo cuenta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C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el tiempo de espera en tiempo de vida.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8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culturales que llegan a hospitales, residencias y centros de cuidado — a las personas y familias que más lo necesitan.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[AUTOR] · Presentación del proyecto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hospital, una residencia, un centro de día…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tiempo pesa.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— y sus familias — pasan largas horas esperando, acompañando o recuperándose. Horas que se hacen eternas.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489204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3EAD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tiempo no tiene por qué ser tiempo perdido.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tiempo que acompaña, distrae y da vida.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 tiempo puede convertirse en vida.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2651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concierto en la sala. Un taller de acuarela. Un cuentacuentos para los más pequeños.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3749040"/>
            <a:ext cx="3352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4069080"/>
            <a:ext cx="502920" cy="502920"/>
          </a:xfrm>
          <a:prstGeom prst="ellipse">
            <a:avLst/>
          </a:prstGeom>
          <a:solidFill>
            <a:srgbClr val="E0A24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6634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047488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que rompen la rutina y devuelven la sonrisa.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4360" y="3749040"/>
            <a:ext cx="3352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4400" y="4069080"/>
            <a:ext cx="502920" cy="502920"/>
          </a:xfrm>
          <a:prstGeom prst="ellipse">
            <a:avLst/>
          </a:prstGeom>
          <a:solidFill>
            <a:srgbClr val="7FA891"/>
          </a:solidFill>
          <a:ln/>
        </p:spPr>
      </p:sp>
      <p:sp>
        <p:nvSpPr>
          <p:cNvPr id="10" name="Text 8"/>
          <p:cNvSpPr/>
          <p:nvPr/>
        </p:nvSpPr>
        <p:spPr>
          <a:xfrm>
            <a:off x="4724400" y="46634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Compañía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24400" y="5047488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calor humano donde más se agradecen.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31480" y="3749040"/>
            <a:ext cx="3352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1520" y="4069080"/>
            <a:ext cx="502920" cy="502920"/>
          </a:xfrm>
          <a:prstGeom prst="ellipse">
            <a:avLst/>
          </a:prstGeom>
          <a:solidFill>
            <a:srgbClr val="DE8C6E"/>
          </a:solidFill>
          <a:ln/>
        </p:spPr>
      </p:sp>
      <p:sp>
        <p:nvSpPr>
          <p:cNvPr id="14" name="Text 12"/>
          <p:cNvSpPr/>
          <p:nvPr/>
        </p:nvSpPr>
        <p:spPr>
          <a:xfrm>
            <a:off x="8351520" y="46634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Dignidad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1520" y="5047488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también es cuidar cómo se vive el tiempo.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difícil no es la cultura.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coordinarla.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tiene un hueco libre? ¿Qué artista puede ir? ¿Quién da el permiso? ¿Cómo se avisa a las familias sin exponer datos delicados?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4709160"/>
            <a:ext cx="10607040" cy="1188720"/>
          </a:xfrm>
          <a:prstGeom prst="roundRect">
            <a:avLst>
              <a:gd name="adj" fmla="val 6923"/>
            </a:avLst>
          </a:prstGeom>
          <a:solidFill>
            <a:srgbClr val="2A243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7091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herramienta que lo ordene, </a:t>
            </a:r>
            <a:pPr indent="0" marL="0">
              <a:buNone/>
            </a:pPr>
            <a:r>
              <a:rPr lang="en-US" sz="1800" b="1" dirty="0">
                <a:solidFill>
                  <a:srgbClr val="F0C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buena voluntad se queda en nada.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384048" cy="384048"/>
          </a:xfrm>
          <a:prstGeom prst="heart">
            <a:avLst/>
          </a:prstGeom>
          <a:solidFill>
            <a:srgbClr val="DE8C6E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que conecta centros de cuidado con artistas, para llevar actividades a quienes las necesitan.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segura y pensada para el mundo real de un hospital o una residencia.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3272" y="2112264"/>
            <a:ext cx="475488" cy="475488"/>
          </a:xfrm>
          <a:prstGeom prst="ellipse">
            <a:avLst/>
          </a:prstGeom>
          <a:solidFill>
            <a:srgbClr val="E0A24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83080" y="202082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abre una tarde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806440" y="20208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un hueco libre en su agenda: "tenemos este día para una actividad".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33272" y="3209544"/>
            <a:ext cx="475488" cy="475488"/>
          </a:xfrm>
          <a:prstGeom prst="ellipse">
            <a:avLst/>
          </a:prstGeom>
          <a:solidFill>
            <a:srgbClr val="7FA891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311810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artistas proponen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806440" y="311810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artistas ofrecen lo que saben hacer para ese momento.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33272" y="4306824"/>
            <a:ext cx="475488" cy="475488"/>
          </a:xfrm>
          <a:prstGeom prst="ellipse">
            <a:avLst/>
          </a:prstGeom>
          <a:solidFill>
            <a:srgbClr val="DE8C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42153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elige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806440" y="421538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 la propuesta que mejor encaja con sus personas. No es el primero que llega.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33272" y="5404104"/>
            <a:ext cx="475488" cy="475488"/>
          </a:xfrm>
          <a:prstGeom prst="ellipse">
            <a:avLst/>
          </a:prstGeom>
          <a:solidFill>
            <a:srgbClr val="2A2432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" y="5404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83080" y="53126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un evento real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806440" y="531266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se confirma y se publica. Las familias pueden verla.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ayuda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3352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E0A24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3464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personas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3218688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y mayores que reciben un rato de vida en su día.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04360" y="1828800"/>
            <a:ext cx="3352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24400" y="2194560"/>
            <a:ext cx="548640" cy="548640"/>
          </a:xfrm>
          <a:prstGeom prst="ellipse">
            <a:avLst/>
          </a:prstGeom>
          <a:solidFill>
            <a:srgbClr val="7FA891"/>
          </a:solidFill>
          <a:ln/>
        </p:spPr>
      </p:sp>
      <p:sp>
        <p:nvSpPr>
          <p:cNvPr id="9" name="Text 7"/>
          <p:cNvSpPr/>
          <p:nvPr/>
        </p:nvSpPr>
        <p:spPr>
          <a:xfrm>
            <a:off x="4724400" y="283464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familias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4400" y="3218688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ven que a su gente la acompañan, no solo la atienden.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31480" y="1828800"/>
            <a:ext cx="3352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51520" y="2194560"/>
            <a:ext cx="548640" cy="548640"/>
          </a:xfrm>
          <a:prstGeom prst="ellipse">
            <a:avLst/>
          </a:prstGeom>
          <a:solidFill>
            <a:srgbClr val="DE8C6E"/>
          </a:solidFill>
          <a:ln/>
        </p:spPr>
      </p:sp>
      <p:sp>
        <p:nvSpPr>
          <p:cNvPr id="13" name="Text 11"/>
          <p:cNvSpPr/>
          <p:nvPr/>
        </p:nvSpPr>
        <p:spPr>
          <a:xfrm>
            <a:off x="8351520" y="283464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artistas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51520" y="3218688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encuentran un lugar donde su talento suma de verdad.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10607040" cy="1417320"/>
          </a:xfrm>
          <a:prstGeom prst="roundRect">
            <a:avLst>
              <a:gd name="adj" fmla="val 5806"/>
            </a:avLst>
          </a:prstGeom>
          <a:solidFill>
            <a:srgbClr val="F3EAD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206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hospitales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617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Hospitales · residencias de mayores · centros de día · hospitales de día · centros ocupacionales · unidades de cuidados paliativos.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 distinto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2212848"/>
            <a:ext cx="457200" cy="457200"/>
          </a:xfrm>
          <a:prstGeom prst="heart">
            <a:avLst/>
          </a:prstGeom>
          <a:solidFill>
            <a:srgbClr val="E0A24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elige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40680" y="20116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"el primero que llega". El centro escoge la actividad que mejor encaja con sus personas.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3584448"/>
            <a:ext cx="457200" cy="457200"/>
          </a:xfrm>
          <a:prstGeom prst="heart">
            <a:avLst/>
          </a:prstGeom>
          <a:solidFill>
            <a:srgbClr val="7FA891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y dignidad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33832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los datos delicados: nada de exponer dónde está ni la vida privada de nadie.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BEAF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97280" y="4956048"/>
            <a:ext cx="457200" cy="457200"/>
          </a:xfrm>
          <a:prstGeom prst="heart">
            <a:avLst/>
          </a:prstGeom>
          <a:solidFill>
            <a:srgbClr val="DE8C6E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4754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ánimo de lucro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47548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el bienestar de las personas, no el negocio.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idea en un papel.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2240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funcionando hoy.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8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real, en marcha, lista para llevar más vida a más centros.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372F4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57200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Convertir tiempo de espera en tiempo de vida — </a:t>
            </a:r>
            <a:pPr indent="0" marL="0">
              <a:buNone/>
            </a:pPr>
            <a:r>
              <a:rPr lang="en-US" sz="2000" b="1" i="1" dirty="0">
                <a:solidFill>
                  <a:srgbClr val="E0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escala.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TIEMPO CUENTA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el tiempo cuenta — Presentación del proyecto</dc:title>
  <dc:subject>PptxGenJS Presentation</dc:subject>
  <dc:creator>Todo el tiempo cuenta</dc:creator>
  <cp:lastModifiedBy>Todo el tiempo cuenta</cp:lastModifiedBy>
  <cp:revision>1</cp:revision>
  <dcterms:created xsi:type="dcterms:W3CDTF">2026-07-27T08:59:07Z</dcterms:created>
  <dcterms:modified xsi:type="dcterms:W3CDTF">2026-07-27T08:59:07Z</dcterms:modified>
</cp:coreProperties>
</file>