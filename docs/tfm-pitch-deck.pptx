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6811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el tiempo cuenta. Una idea simple: el tiempo que las personas pasan en centros de cuidado puede convertirse en tiempo de vida. Hoy os cuento cómo.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Pensad en alguien ingresado, o en una residencia, o acompañando a un familiar. Se pasan horas larguísimas. Ese tiempo pesa, para quien lo vive y para quien acompaña. Pero no tiene por qué ser tiempo perdido.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idea de fondo no es inventar la cultura en los centros. Es que sabemos que funciona: una actividad rompe la rutina, acompaña, devuelve dignidad al tiempo. La pregunta es cómo lograr que ocurra de verdad, y a menudo.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está el problema real. No falta gente con ganas: faltan las tuberías. Coordinar disponibilidad, propuestas, permisos y una comunicación segura es un lío, y en un entorno de salud hay datos delicados de por medio. Sin algo que lo ordene, la buena voluntad se pierde.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el tiempo cuenta es la herramienta que faltaba. Conecta a los centros de cuidado con artistas dispuestos a aportar, y lo hace de forma simple y segura, pensada para cómo funciona de verdad un hospital o una residencia.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pasos, en lenguaje de calle. El centro dice: tengo esta tarde libre. Varios artistas ofrecen actividades. El centro elige la que mejor encaja con sus personas, no la primera que llegó. Y esa actividad se convierte en un evento real que las familias pueden ver. Así de simple por fuera.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Ayuda a tres grupos a la vez: a las personas, que reciben un rato de vida; a las familias, que ven que a su gente la acompañan; y a los artistas, que encuentran dónde aportar. Y no es solo para hospitales: sirve para seis tipos de centro de cuidado.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cosas lo hacen distinto. Primero, el centro elige: no premia a quien llega antes, sino a lo que mejor encaja con sus personas. Segundo, respeta la privacidad y la dignidad, algo básico en salud. Y tercero, no busca lucro: busca bienestar.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lo más importante: esto no es una maqueta ni un powerpoint. Es una plataforma real, funcionando hoy, lista para llevar más vida a más centros. Porque al final la idea cabe en una frase: convertir tiempo de espera en tiempo de vida, a escala.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24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417320"/>
            <a:ext cx="457200" cy="457200"/>
          </a:xfrm>
          <a:prstGeom prst="heart">
            <a:avLst/>
          </a:prstGeom>
          <a:solidFill>
            <a:srgbClr val="DE8C6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777240" y="205740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el tiempo cuenta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777240" y="342900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0C9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Convertimos el tiempo de espera en tiempo de vida.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77240" y="434340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D8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culturales que llegan a hospitales, residencias y centros de cuidado — a las personas y familias que más lo necesitan.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7724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C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[Koldobika Legorburu Segurola · Master </a:t>
            </a:r>
            <a:r>
              <a:rPr lang="en-US" sz="1250" i="1" dirty="0" err="1">
                <a:solidFill>
                  <a:srgbClr val="9C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i="1" dirty="0">
                <a:solidFill>
                  <a:srgbClr val="9C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9C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</a:t>
            </a:r>
            <a:r>
              <a:rPr lang="en-US" sz="1250" i="1" dirty="0">
                <a:solidFill>
                  <a:srgbClr val="9C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IA (ed. II) Big School. Presentación del Proyecto.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31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un hospital, una residencia, un centro de día…</a:t>
            </a:r>
            <a:endParaRPr lang="en-US" sz="38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31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tiempo pesa.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77240" y="356616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personas — y sus familias — pasan largas horas esperando, acompañando o recuperándose. Horas que se hacen eternas.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" y="4892040"/>
            <a:ext cx="10607040" cy="1051560"/>
          </a:xfrm>
          <a:prstGeom prst="roundRect">
            <a:avLst>
              <a:gd name="adj" fmla="val 7826"/>
            </a:avLst>
          </a:prstGeom>
          <a:solidFill>
            <a:srgbClr val="F3EAD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1097280" y="4892040"/>
            <a:ext cx="9966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31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 tiempo no tiene por qué ser tiempo perdido. </a:t>
            </a:r>
            <a:r>
              <a:rPr lang="en-US" sz="1700" dirty="0">
                <a:solidFill>
                  <a:srgbClr val="7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ser tiempo que acompaña, distrae y da vida.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TIEMPO CUENTA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55448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31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 tiempo puede convertirse en vida.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77240" y="26517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concierto en la sala. Un taller de acuarela. Un cuentacuentos para los más pequeños.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" y="3749040"/>
            <a:ext cx="33528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C9BEAF">
                <a:alpha val="3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1097280" y="4069080"/>
            <a:ext cx="502920" cy="502920"/>
          </a:xfrm>
          <a:prstGeom prst="ellipse">
            <a:avLst/>
          </a:prstGeom>
          <a:solidFill>
            <a:srgbClr val="E0A24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097280" y="4663440"/>
            <a:ext cx="271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1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Momentos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97280" y="5047488"/>
            <a:ext cx="271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que rompen la rutina y devuelven la sonrisa.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404360" y="3749040"/>
            <a:ext cx="33528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C9BEAF">
                <a:alpha val="3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4724400" y="4069080"/>
            <a:ext cx="502920" cy="502920"/>
          </a:xfrm>
          <a:prstGeom prst="ellipse">
            <a:avLst/>
          </a:prstGeom>
          <a:solidFill>
            <a:srgbClr val="7FA89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4724400" y="4663440"/>
            <a:ext cx="271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1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Compañía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724400" y="5047488"/>
            <a:ext cx="271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 y calor humano donde más se agradecen.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31480" y="3749040"/>
            <a:ext cx="33528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C9BEAF">
                <a:alpha val="3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8351520" y="4069080"/>
            <a:ext cx="502920" cy="502920"/>
          </a:xfrm>
          <a:prstGeom prst="ellipse">
            <a:avLst/>
          </a:prstGeom>
          <a:solidFill>
            <a:srgbClr val="DE8C6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8351520" y="4663440"/>
            <a:ext cx="271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1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Dignidad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351520" y="5047488"/>
            <a:ext cx="271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Cuidar también es cuidar cómo se vive el tiempo.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7724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TIEMPO CUENTA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55448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31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difícil no es la cultura.</a:t>
            </a:r>
            <a:endParaRPr lang="en-US" sz="38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31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coordinarla.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77240" y="338328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tiene un hueco libre? ¿Qué artista puede ir? ¿Quién da el permiso? ¿Cómo se avisa a las familias sin exponer datos delicados?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" y="4709160"/>
            <a:ext cx="10607040" cy="1188720"/>
          </a:xfrm>
          <a:prstGeom prst="roundRect">
            <a:avLst>
              <a:gd name="adj" fmla="val 6923"/>
            </a:avLst>
          </a:prstGeom>
          <a:solidFill>
            <a:srgbClr val="2A243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1143000" y="470916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8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una herramienta que lo ordene, </a:t>
            </a:r>
            <a:r>
              <a:rPr lang="en-US" sz="1800" b="1" dirty="0">
                <a:solidFill>
                  <a:srgbClr val="F0C9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buena voluntad se queda en nada.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TIEMPO CUENTA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A24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417320"/>
            <a:ext cx="384048" cy="384048"/>
          </a:xfrm>
          <a:prstGeom prst="heart">
            <a:avLst/>
          </a:prstGeom>
          <a:solidFill>
            <a:srgbClr val="DE8C6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1325880" y="13716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E0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tiempo cuenta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28600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plataforma que conecta centros de cuidado con artistas, para llevar actividades a quienes las necesitan.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77240" y="42062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8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segura y pensada para el mundo real de un hospital o una residencia.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9C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TIEMPO CUENTA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1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funciona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77240" y="1874520"/>
            <a:ext cx="106070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C9BEAF">
                <a:alpha val="3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1033272" y="2112264"/>
            <a:ext cx="475488" cy="475488"/>
          </a:xfrm>
          <a:prstGeom prst="ellipse">
            <a:avLst/>
          </a:prstGeom>
          <a:solidFill>
            <a:srgbClr val="E0A24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1033272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783080" y="2020824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1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centro abre una tarde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5806440" y="2020824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un hueco libre en su agenda: "tenemos este día para una actividad".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77240" y="2971800"/>
            <a:ext cx="106070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C9BEAF">
                <a:alpha val="3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1033272" y="3209544"/>
            <a:ext cx="475488" cy="475488"/>
          </a:xfrm>
          <a:prstGeom prst="ellipse">
            <a:avLst/>
          </a:prstGeom>
          <a:solidFill>
            <a:srgbClr val="7FA89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1033272" y="32095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783080" y="3118104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1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artistas proponen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5806440" y="3118104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Varios artistas ofrecen lo que saben hacer para ese momento.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77240" y="4069080"/>
            <a:ext cx="106070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C9BEAF">
                <a:alpha val="3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1033272" y="4306824"/>
            <a:ext cx="475488" cy="475488"/>
          </a:xfrm>
          <a:prstGeom prst="ellipse">
            <a:avLst/>
          </a:prstGeom>
          <a:solidFill>
            <a:srgbClr val="DE8C6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1033272" y="43068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783080" y="4215384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1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centro elige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5806440" y="4215384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Escoge la propuesta que mejor encaja con sus personas. No es el primero que llega.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77240" y="5166360"/>
            <a:ext cx="106070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C9BEAF">
                <a:alpha val="3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1033272" y="5404104"/>
            <a:ext cx="475488" cy="475488"/>
          </a:xfrm>
          <a:prstGeom prst="ellipse">
            <a:avLst/>
          </a:prstGeom>
          <a:solidFill>
            <a:srgbClr val="2A243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1033272" y="5404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783080" y="5312664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1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Nace un evento real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5806440" y="5312664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actividad se confirma y se publica. Las familias pueden verla.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7724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TIEMPO CUENTA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1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quién ayuda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77240" y="1828800"/>
            <a:ext cx="33528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C9BEAF">
                <a:alpha val="3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1097280" y="2194560"/>
            <a:ext cx="548640" cy="548640"/>
          </a:xfrm>
          <a:prstGeom prst="ellipse">
            <a:avLst/>
          </a:prstGeom>
          <a:solidFill>
            <a:srgbClr val="E0A24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1097280" y="2834640"/>
            <a:ext cx="271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1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personas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3218688"/>
            <a:ext cx="271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Pacientes y mayores que reciben un rato de vida en su día.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404360" y="1828800"/>
            <a:ext cx="33528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C9BEAF">
                <a:alpha val="3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4724400" y="2194560"/>
            <a:ext cx="548640" cy="548640"/>
          </a:xfrm>
          <a:prstGeom prst="ellipse">
            <a:avLst/>
          </a:prstGeom>
          <a:solidFill>
            <a:srgbClr val="7FA89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724400" y="2834640"/>
            <a:ext cx="271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1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familias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24400" y="3218688"/>
            <a:ext cx="271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ven que a su gente la acompañan, no solo la atienden.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31480" y="1828800"/>
            <a:ext cx="33528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C9BEAF">
                <a:alpha val="3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8351520" y="2194560"/>
            <a:ext cx="548640" cy="548640"/>
          </a:xfrm>
          <a:prstGeom prst="ellipse">
            <a:avLst/>
          </a:prstGeom>
          <a:solidFill>
            <a:srgbClr val="DE8C6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8351520" y="2834640"/>
            <a:ext cx="271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1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artistas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351520" y="3218688"/>
            <a:ext cx="271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encuentran un lugar donde su talento suma de verdad.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77240" y="4023360"/>
            <a:ext cx="10607040" cy="1417320"/>
          </a:xfrm>
          <a:prstGeom prst="roundRect">
            <a:avLst>
              <a:gd name="adj" fmla="val 5806"/>
            </a:avLst>
          </a:prstGeom>
          <a:solidFill>
            <a:srgbClr val="F3EAD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1143000" y="42062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solo hospitales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43000" y="46177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31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Hospitales · residencias de mayores · centros de día · hospitales de día · centros ocupacionales · unidades de cuidados paliativos.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77724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TIEMPO CUENTA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1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es distinto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77240" y="1828800"/>
            <a:ext cx="1060704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C9BEAF">
                <a:alpha val="3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1097280" y="2212848"/>
            <a:ext cx="457200" cy="457200"/>
          </a:xfrm>
          <a:prstGeom prst="heart">
            <a:avLst/>
          </a:prstGeom>
          <a:solidFill>
            <a:srgbClr val="E0A24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1828800" y="20116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1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centro elige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40680" y="201168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"el primero que llega". El centro escoge la actividad que mejor encaja con sus personas.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3200400"/>
            <a:ext cx="1060704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C9BEAF">
                <a:alpha val="3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1097280" y="3584448"/>
            <a:ext cx="457200" cy="457200"/>
          </a:xfrm>
          <a:prstGeom prst="heart">
            <a:avLst/>
          </a:prstGeom>
          <a:solidFill>
            <a:srgbClr val="7FA89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1828800" y="33832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1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Privacidad y dignidad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40680" y="338328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 los datos delicados: nada de exponer dónde está ni la vida privada de nadie.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4572000"/>
            <a:ext cx="1060704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C9BEAF">
                <a:alpha val="3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1097280" y="4956048"/>
            <a:ext cx="457200" cy="457200"/>
          </a:xfrm>
          <a:prstGeom prst="heart">
            <a:avLst/>
          </a:prstGeom>
          <a:solidFill>
            <a:srgbClr val="DE8C6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1828800" y="47548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1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ánimo de lucro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40680" y="475488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objetivo es el bienestar de las personas, no el negocio.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TIEMPO CUENTA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A24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554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0C9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una idea en un papel.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777240" y="224028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Está funcionando hoy.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77240" y="35204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8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plataforma real, en marcha, lista para llevar más vida a más centros.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77240" y="4572000"/>
            <a:ext cx="10607040" cy="1234440"/>
          </a:xfrm>
          <a:prstGeom prst="roundRect">
            <a:avLst>
              <a:gd name="adj" fmla="val 6667"/>
            </a:avLst>
          </a:prstGeom>
          <a:solidFill>
            <a:srgbClr val="372F4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143000" y="4572000"/>
            <a:ext cx="9875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Convertir tiempo de espera en tiempo de vida — </a:t>
            </a:r>
            <a:r>
              <a:rPr lang="en-US" sz="2000" b="1" i="1" dirty="0">
                <a:solidFill>
                  <a:srgbClr val="E0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escala.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9C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TIEMPO CUENTA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1016</Words>
  <Application>Microsoft Office PowerPoint</Application>
  <PresentationFormat>Panorámica</PresentationFormat>
  <Paragraphs>90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Todo el tiempo cuenta — Presentación del proyecto</dc:title>
  <dc:subject>PptxGenJS Presentation</dc:subject>
  <dc:creator>Todo el tiempo cuenta</dc:creator>
  <cp:lastModifiedBy>Koldobika Legorburu</cp:lastModifiedBy>
  <cp:revision>2</cp:revision>
  <dcterms:created xsi:type="dcterms:W3CDTF">2026-07-27T08:59:07Z</dcterms:created>
  <dcterms:modified xsi:type="dcterms:W3CDTF">2026-07-27T09:07:33Z</dcterms:modified>
</cp:coreProperties>
</file>